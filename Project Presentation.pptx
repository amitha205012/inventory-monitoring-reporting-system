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FF"/>
    <a:srgbClr val="FFFF99"/>
    <a:srgbClr val="0000FF"/>
    <a:srgbClr val="FF66FF"/>
    <a:srgbClr val="FF3300"/>
    <a:srgbClr val="F767B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250" autoAdjust="0"/>
    <p:restoredTop sz="94660"/>
  </p:normalViewPr>
  <p:slideViewPr>
    <p:cSldViewPr>
      <p:cViewPr varScale="1">
        <p:scale>
          <a:sx n="64" d="100"/>
          <a:sy n="64" d="100"/>
        </p:scale>
        <p:origin x="-14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A4B5E-ABD9-4AF2-83DC-C12FBE4A0C6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7867-CF85-455F-977B-AE9F2CB9D0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A4B5E-ABD9-4AF2-83DC-C12FBE4A0C6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7867-CF85-455F-977B-AE9F2CB9D0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A4B5E-ABD9-4AF2-83DC-C12FBE4A0C6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7867-CF85-455F-977B-AE9F2CB9D0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A4B5E-ABD9-4AF2-83DC-C12FBE4A0C6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7867-CF85-455F-977B-AE9F2CB9D0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A4B5E-ABD9-4AF2-83DC-C12FBE4A0C6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7867-CF85-455F-977B-AE9F2CB9D0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A4B5E-ABD9-4AF2-83DC-C12FBE4A0C6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7867-CF85-455F-977B-AE9F2CB9D0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A4B5E-ABD9-4AF2-83DC-C12FBE4A0C6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7867-CF85-455F-977B-AE9F2CB9D0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A4B5E-ABD9-4AF2-83DC-C12FBE4A0C6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7867-CF85-455F-977B-AE9F2CB9D0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A4B5E-ABD9-4AF2-83DC-C12FBE4A0C6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7867-CF85-455F-977B-AE9F2CB9D0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A4B5E-ABD9-4AF2-83DC-C12FBE4A0C6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7867-CF85-455F-977B-AE9F2CB9D0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A4B5E-ABD9-4AF2-83DC-C12FBE4A0C6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7867-CF85-455F-977B-AE9F2CB9D0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767B9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A4B5E-ABD9-4AF2-83DC-C12FBE4A0C6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67867-CF85-455F-977B-AE9F2CB9D03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910" y="714356"/>
            <a:ext cx="7743852" cy="1428760"/>
          </a:xfrm>
        </p:spPr>
        <p:txBody>
          <a:bodyPr>
            <a:noAutofit/>
          </a:bodyPr>
          <a:lstStyle/>
          <a:p>
            <a:r>
              <a:rPr lang="en-IN" sz="48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INVENTORY MANAGEMENT SYSTEM</a:t>
            </a:r>
            <a:endParaRPr lang="en-US" sz="4800" b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4414" y="3571876"/>
            <a:ext cx="6715172" cy="2252666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Internship </a:t>
            </a:r>
            <a:r>
              <a:rPr lang="en-I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Duration: Sep-Oct 2025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39850"/>
          </a:xfrm>
        </p:spPr>
        <p:txBody>
          <a:bodyPr>
            <a:normAutofit/>
          </a:bodyPr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48" y="1857364"/>
            <a:ext cx="7972452" cy="5000636"/>
          </a:xfrm>
        </p:spPr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Manual inventory tracking leads to in efficiency and errors.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Businesses need a digital solution to manage stock levels and reporting.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 smtClean="0">
                <a:latin typeface="Times New Roman" pitchFamily="18" charset="0"/>
                <a:cs typeface="Times New Roman" pitchFamily="18" charset="0"/>
              </a:rPr>
              <a:t>Project Objectives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Automate inventory management using Java and JDBC.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Generate CSV reports and send via email notifications.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Implement secure user authentication with OTP verification.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Add stock monitoring and alert system for low inventory.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 smtClean="0">
                <a:latin typeface="Times New Roman" pitchFamily="18" charset="0"/>
                <a:cs typeface="Times New Roman" pitchFamily="18" charset="0"/>
              </a:rPr>
              <a:t>Technology Stack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Java, JDBC,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IntelliJ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IDEA ,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Junit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Mockito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CSV File Handling,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JavaMail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API for Email.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System Architecture</a:t>
            </a:r>
            <a:endParaRPr lang="en-US" dirty="0"/>
          </a:p>
        </p:txBody>
      </p:sp>
      <p:pic>
        <p:nvPicPr>
          <p:cNvPr id="4" name="Content Placeholder 3" descr="sys arc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71612"/>
            <a:ext cx="9144000" cy="528638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Implements DAO Pattern for database interactions.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Layered architecture for scalability and maintainability.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Modules Implemented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Inventory Tracking Engine.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User Authentication &amp; OTP Verification.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Reporting &amp; CSV Integration.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Stock Alerts &amp; Management Coach.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Implementation Details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Applied Object-Oriented Design principles ( Encapsulation ,Abstraction).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DAO pattern for clean separation of data access logic.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Used Exception Handling for stable runtime operations.</a:t>
            </a:r>
          </a:p>
          <a:p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CSVHelper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EmailService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for automated reporting and communication.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Features/ Demo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Console-based interface for product management.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Role-based authentication for Admin and User.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Email – based OTP verification during registration.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Automatic stock alert and CSV report generation.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85720" y="357166"/>
            <a:ext cx="4040188" cy="639762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Email Verification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Content Placeholder 10" descr="1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732" y="1571612"/>
            <a:ext cx="3876656" cy="4714908"/>
          </a:xfrm>
        </p:spPr>
      </p:pic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4643438" y="357166"/>
            <a:ext cx="4041775" cy="639762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Stock Alert Notification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Content Placeholder 11" descr="2.png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645025" y="1571612"/>
            <a:ext cx="4041775" cy="464347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Testing &amp; Deployment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Unit tests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JUnit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Mockito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Database tested using mock and in-memory connections.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Application packaged as executable JAR using Maven.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Deployable on any system with Java runtime environment.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Challenges &amp; Learnings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Database connectivity and exception handling issues.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Integration between JDBC, Email API , and CSV export.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Improved understanding of SDLC and Agile methodology.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Team collaboration and version control using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Future Enhancements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Migrate to Spring Boot Web application.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Deploy system on AWS or Azure Cloud.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 dashboard UI for analytics and visualization.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48" y="1071546"/>
            <a:ext cx="7872410" cy="1571636"/>
          </a:xfrm>
        </p:spPr>
        <p:txBody>
          <a:bodyPr>
            <a:noAutofit/>
          </a:bodyPr>
          <a:lstStyle/>
          <a:p>
            <a:r>
              <a:rPr lang="en-US" sz="8800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 You!</a:t>
            </a:r>
            <a:endParaRPr lang="en-US" sz="8800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1604" y="2643183"/>
            <a:ext cx="6786610" cy="2071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Link : </a:t>
            </a:r>
            <a:r>
              <a:rPr lang="en-US" dirty="0" smtClean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rPr>
              <a:t>https://github.com/amitha205012/Inventory-Monitoring-Reporting-System.git</a:t>
            </a:r>
            <a:endParaRPr lang="en-US" dirty="0">
              <a:solidFill>
                <a:srgbClr val="660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316</Words>
  <Application>Microsoft Office PowerPoint</Application>
  <PresentationFormat>On-screen Show (4:3)</PresentationFormat>
  <Paragraphs>51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INVENTORY MANAGEMENT SYSTEM</vt:lpstr>
      <vt:lpstr>Problem Statement</vt:lpstr>
      <vt:lpstr>Project Objectives</vt:lpstr>
      <vt:lpstr>Technology Stack</vt:lpstr>
      <vt:lpstr>System Architecture</vt:lpstr>
      <vt:lpstr>Slide 6</vt:lpstr>
      <vt:lpstr>Modules Implemented</vt:lpstr>
      <vt:lpstr>Implementation Details</vt:lpstr>
      <vt:lpstr>Key Features/ Demo</vt:lpstr>
      <vt:lpstr>Slide 10</vt:lpstr>
      <vt:lpstr>Testing &amp; Deployment</vt:lpstr>
      <vt:lpstr>Challenges &amp; Learnings</vt:lpstr>
      <vt:lpstr>Future Enhancements</vt:lpstr>
      <vt:lpstr>Thank You!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LENOVO</cp:lastModifiedBy>
  <cp:revision>41</cp:revision>
  <dcterms:created xsi:type="dcterms:W3CDTF">2025-10-29T05:28:34Z</dcterms:created>
  <dcterms:modified xsi:type="dcterms:W3CDTF">2025-10-31T13:49:09Z</dcterms:modified>
</cp:coreProperties>
</file>